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3152"/>
            <a:ext cx="36576" cy="67116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8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5029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Worth, Built.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3566160" cy="1645920"/>
          </a:xfrm>
          <a:prstGeom prst="rect">
            <a:avLst/>
          </a:prstGeom>
          <a:solidFill>
            <a:srgbClr val="2E2E4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13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 Index — 17 skills, 55 questions, one honest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3749040"/>
            <a:ext cx="3566160" cy="1645920"/>
          </a:xfrm>
          <a:prstGeom prst="rect">
            <a:avLst/>
          </a:prstGeom>
          <a:solidFill>
            <a:srgbClr val="2E2E4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913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42976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programmes that move your score and your career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21040" y="3749040"/>
            <a:ext cx="3566160" cy="1645920"/>
          </a:xfrm>
          <a:prstGeom prst="rect">
            <a:avLst/>
          </a:prstGeom>
          <a:solidFill>
            <a:srgbClr val="2E2E4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913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2976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profile. Employers, organisers, training buyers find you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577840"/>
            <a:ext cx="1072591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650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VALU Index — Free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5989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minutes · Starts today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5715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valoriainstitute.com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 rot="2700000">
            <a:off x="9875520" y="914400"/>
            <a:ext cx="1645920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0058400" y="1097280"/>
            <a:ext cx="128016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10241280" y="1280160"/>
            <a:ext cx="91440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492240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 ·  TRUSTED  ·  REWARDED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2026-07-18T08:28:17Z</dcterms:created>
  <dcterms:modified xsi:type="dcterms:W3CDTF">2026-07-18T08:28:17Z</dcterms:modified>
</cp:coreProperties>
</file>